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583b21f3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583b21f3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583b21f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583b21f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583b21f3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583b21f3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583b21f3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583b21f3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37850" y="1645275"/>
            <a:ext cx="54207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Participants Instruction Manual</a:t>
            </a:r>
            <a:endParaRPr/>
          </a:p>
        </p:txBody>
      </p:sp>
      <p:pic>
        <p:nvPicPr>
          <p:cNvPr id="135" name="Google Shape;135;p13" title="1f0657c8-1834-4ea1-808a-4c70c1d2269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225" y="76700"/>
            <a:ext cx="1568575" cy="15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825" y="137150"/>
            <a:ext cx="5948575" cy="48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479" y="95325"/>
            <a:ext cx="6062725" cy="501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1350" y="62475"/>
            <a:ext cx="6051326" cy="49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275" y="152400"/>
            <a:ext cx="590563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