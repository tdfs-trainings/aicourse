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Montserrat"/>
      <p:regular r:id="rId10"/>
      <p:bold r:id="rId11"/>
      <p:italic r:id="rId12"/>
      <p:boldItalic r:id="rId13"/>
    </p:embeddedFont>
    <p:embeddedFont>
      <p:font typeface="Lato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Montserrat-bold.fntdata"/><Relationship Id="rId10" Type="http://schemas.openxmlformats.org/officeDocument/2006/relationships/font" Target="fonts/Montserrat-regular.fntdata"/><Relationship Id="rId13" Type="http://schemas.openxmlformats.org/officeDocument/2006/relationships/font" Target="fonts/Montserrat-boldItalic.fntdata"/><Relationship Id="rId12" Type="http://schemas.openxmlformats.org/officeDocument/2006/relationships/font" Target="fonts/Montserrat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ato-bold.fntdata"/><Relationship Id="rId14" Type="http://schemas.openxmlformats.org/officeDocument/2006/relationships/font" Target="fonts/Lato-regular.fntdata"/><Relationship Id="rId17" Type="http://schemas.openxmlformats.org/officeDocument/2006/relationships/font" Target="fonts/Lato-boldItalic.fntdata"/><Relationship Id="rId16" Type="http://schemas.openxmlformats.org/officeDocument/2006/relationships/font" Target="fonts/La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583b21f36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583b21f36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9583b21f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9583b21f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9583b21f3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9583b21f3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037850" y="1645275"/>
            <a:ext cx="5420700" cy="156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Participants Instruction Manual</a:t>
            </a:r>
            <a:endParaRPr/>
          </a:p>
        </p:txBody>
      </p:sp>
      <p:pic>
        <p:nvPicPr>
          <p:cNvPr id="135" name="Google Shape;135;p13" title="1f0657c8-1834-4ea1-808a-4c70c1d22693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9225" y="76700"/>
            <a:ext cx="1568575" cy="1568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9825" y="137150"/>
            <a:ext cx="5948575" cy="488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8479" y="95325"/>
            <a:ext cx="6062725" cy="5013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21350" y="62475"/>
            <a:ext cx="6051326" cy="4994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